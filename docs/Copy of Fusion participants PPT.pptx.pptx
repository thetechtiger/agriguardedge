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rial" charset="1" panose="020B0604020202020204"/>
      <p:regular r:id="rId15"/>
    </p:embeddedFont>
    <p:embeddedFont>
      <p:font typeface="Saira Stencil One" charset="1" panose="00000500000000000000"/>
      <p:regular r:id="rId16"/>
    </p:embeddedFont>
    <p:embeddedFont>
      <p:font typeface="Arial Bold" charset="1" panose="020B0704020202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notesSlides/notesSlide2.xml" Type="http://schemas.openxmlformats.org/officeDocument/2006/relationships/notesSlide"/><Relationship Id="rId18" Target="fonts/font18.fntdata" Type="http://schemas.openxmlformats.org/officeDocument/2006/relationships/font"/><Relationship Id="rId19" Target="notesSlides/notesSlide3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4.xml" Type="http://schemas.openxmlformats.org/officeDocument/2006/relationships/notesSlide"/><Relationship Id="rId21" Target="notesSlides/notesSlide5.xml" Type="http://schemas.openxmlformats.org/officeDocument/2006/relationships/notesSlide"/><Relationship Id="rId22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png" Type="http://schemas.openxmlformats.org/officeDocument/2006/relationships/image"/><Relationship Id="rId12" Target="../media/image9.png" Type="http://schemas.openxmlformats.org/officeDocument/2006/relationships/image"/><Relationship Id="rId13" Target="../media/image10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https://canva.link/zc2tuqkq342gdsm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6.png" Type="http://schemas.openxmlformats.org/officeDocument/2006/relationships/image"/><Relationship Id="rId4" Target="../media/image10.png" Type="http://schemas.openxmlformats.org/officeDocument/2006/relationships/image"/><Relationship Id="rId5" Target="https://canva.link/zc2tuqkq342gdsm" TargetMode="External" Type="http://schemas.openxmlformats.org/officeDocument/2006/relationships/hyperlink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6.png" Type="http://schemas.openxmlformats.org/officeDocument/2006/relationships/image"/><Relationship Id="rId4" Target="../media/image10.png" Type="http://schemas.openxmlformats.org/officeDocument/2006/relationships/image"/><Relationship Id="rId5" Target="https://canva.link/zc2tuqkq342gdsm" TargetMode="External" Type="http://schemas.openxmlformats.org/officeDocument/2006/relationships/hyperlink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1.png" Type="http://schemas.openxmlformats.org/officeDocument/2006/relationships/image"/><Relationship Id="rId4" Target="../media/image6.png" Type="http://schemas.openxmlformats.org/officeDocument/2006/relationships/image"/><Relationship Id="rId5" Target="../media/image10.png" Type="http://schemas.openxmlformats.org/officeDocument/2006/relationships/image"/><Relationship Id="rId6" Target="https://canva.link/zc2tuqkq342gdsm" TargetMode="External" Type="http://schemas.openxmlformats.org/officeDocument/2006/relationships/hyperlink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1.png" Type="http://schemas.openxmlformats.org/officeDocument/2006/relationships/image"/><Relationship Id="rId4" Target="../media/image6.png" Type="http://schemas.openxmlformats.org/officeDocument/2006/relationships/image"/><Relationship Id="rId5" Target="../media/image10.png" Type="http://schemas.openxmlformats.org/officeDocument/2006/relationships/image"/><Relationship Id="rId6" Target="https://canva.link/zc2tuqkq342gdsm" TargetMode="External" Type="http://schemas.openxmlformats.org/officeDocument/2006/relationships/hyperlink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2.png" Type="http://schemas.openxmlformats.org/officeDocument/2006/relationships/image"/><Relationship Id="rId4" Target="../media/image6.png" Type="http://schemas.openxmlformats.org/officeDocument/2006/relationships/image"/><Relationship Id="rId5" Target="../media/image10.png" Type="http://schemas.openxmlformats.org/officeDocument/2006/relationships/image"/><Relationship Id="rId6" Target="https://canva.link/zc2tuqkq342gdsm" TargetMode="External" Type="http://schemas.openxmlformats.org/officeDocument/2006/relationships/hyperlink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5704" y="2538332"/>
            <a:ext cx="15016591" cy="5210337"/>
            <a:chOff x="0" y="0"/>
            <a:chExt cx="20022122" cy="694711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8417159" cy="6947116"/>
              <a:chOff x="0" y="0"/>
              <a:chExt cx="18417159" cy="694711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8417160" cy="6947154"/>
              </a:xfrm>
              <a:custGeom>
                <a:avLst/>
                <a:gdLst/>
                <a:ahLst/>
                <a:cxnLst/>
                <a:rect r="r" b="b" t="t" l="l"/>
                <a:pathLst>
                  <a:path h="6947154" w="18417160">
                    <a:moveTo>
                      <a:pt x="0" y="0"/>
                    </a:moveTo>
                    <a:lnTo>
                      <a:pt x="18417160" y="0"/>
                    </a:lnTo>
                    <a:lnTo>
                      <a:pt x="18417160" y="6947154"/>
                    </a:lnTo>
                    <a:lnTo>
                      <a:pt x="0" y="694715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>
                  <a:alphaModFix amt="19599"/>
                </a:blip>
                <a:stretch>
                  <a:fillRect l="-25" t="0" r="-25" b="0"/>
                </a:stretch>
              </a:blip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7429767" y="2333777"/>
              <a:ext cx="12592355" cy="3207563"/>
              <a:chOff x="0" y="0"/>
              <a:chExt cx="12592355" cy="3207563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2592304" cy="3207512"/>
              </a:xfrm>
              <a:custGeom>
                <a:avLst/>
                <a:gdLst/>
                <a:ahLst/>
                <a:cxnLst/>
                <a:rect r="r" b="b" t="t" l="l"/>
                <a:pathLst>
                  <a:path h="3207512" w="12592304">
                    <a:moveTo>
                      <a:pt x="0" y="0"/>
                    </a:moveTo>
                    <a:lnTo>
                      <a:pt x="12592304" y="0"/>
                    </a:lnTo>
                    <a:lnTo>
                      <a:pt x="12592304" y="3207512"/>
                    </a:lnTo>
                    <a:lnTo>
                      <a:pt x="0" y="320751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>
                  <a:alphaModFix amt="19599"/>
                </a:blip>
                <a:stretch>
                  <a:fillRect l="0" t="-361" r="0" b="-362"/>
                </a:stretch>
              </a:blipFill>
            </p:spPr>
          </p:sp>
        </p:grpSp>
      </p:grpSp>
      <p:grpSp>
        <p:nvGrpSpPr>
          <p:cNvPr name="Group 7" id="7"/>
          <p:cNvGrpSpPr/>
          <p:nvPr/>
        </p:nvGrpSpPr>
        <p:grpSpPr>
          <a:xfrm rot="0">
            <a:off x="394854" y="538991"/>
            <a:ext cx="2080317" cy="928773"/>
            <a:chOff x="0" y="0"/>
            <a:chExt cx="2773756" cy="12383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73807" cy="1238377"/>
            </a:xfrm>
            <a:custGeom>
              <a:avLst/>
              <a:gdLst/>
              <a:ahLst/>
              <a:cxnLst/>
              <a:rect r="r" b="b" t="t" l="l"/>
              <a:pathLst>
                <a:path h="1238377" w="2773807">
                  <a:moveTo>
                    <a:pt x="0" y="0"/>
                  </a:moveTo>
                  <a:lnTo>
                    <a:pt x="2773807" y="0"/>
                  </a:lnTo>
                  <a:lnTo>
                    <a:pt x="2773807" y="1238377"/>
                  </a:lnTo>
                  <a:lnTo>
                    <a:pt x="0" y="1238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8" r="1" b="-38"/>
              </a:stretch>
            </a:blipFill>
          </p:spPr>
        </p:sp>
      </p:grpSp>
      <p:sp>
        <p:nvSpPr>
          <p:cNvPr name="AutoShape 9" id="9"/>
          <p:cNvSpPr/>
          <p:nvPr/>
        </p:nvSpPr>
        <p:spPr>
          <a:xfrm>
            <a:off x="2632334" y="686334"/>
            <a:ext cx="0" cy="716717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2784739" y="731891"/>
            <a:ext cx="2084390" cy="610067"/>
            <a:chOff x="0" y="0"/>
            <a:chExt cx="2101888" cy="6151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1850" cy="615188"/>
            </a:xfrm>
            <a:custGeom>
              <a:avLst/>
              <a:gdLst/>
              <a:ahLst/>
              <a:cxnLst/>
              <a:rect r="r" b="b" t="t" l="l"/>
              <a:pathLst>
                <a:path h="615188" w="2101850">
                  <a:moveTo>
                    <a:pt x="0" y="0"/>
                  </a:moveTo>
                  <a:lnTo>
                    <a:pt x="2101850" y="0"/>
                  </a:lnTo>
                  <a:lnTo>
                    <a:pt x="2101850" y="615188"/>
                  </a:lnTo>
                  <a:lnTo>
                    <a:pt x="0" y="615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44" r="-1" b="-146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233550" y="209645"/>
            <a:ext cx="1794748" cy="1241384"/>
            <a:chOff x="0" y="0"/>
            <a:chExt cx="2392998" cy="165517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92934" cy="1655191"/>
            </a:xfrm>
            <a:custGeom>
              <a:avLst/>
              <a:gdLst/>
              <a:ahLst/>
              <a:cxnLst/>
              <a:rect r="r" b="b" t="t" l="l"/>
              <a:pathLst>
                <a:path h="1655191" w="2392934">
                  <a:moveTo>
                    <a:pt x="0" y="0"/>
                  </a:moveTo>
                  <a:lnTo>
                    <a:pt x="2392934" y="0"/>
                  </a:lnTo>
                  <a:lnTo>
                    <a:pt x="2392934" y="1655191"/>
                  </a:lnTo>
                  <a:lnTo>
                    <a:pt x="0" y="16551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00" r="-2" b="-99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412910" y="2527840"/>
            <a:ext cx="12697101" cy="5187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3744" indent="-304581" lvl="2">
              <a:lnSpc>
                <a:spcPts val="8345"/>
              </a:lnSpc>
              <a:buFont typeface="Arial"/>
              <a:buChar char="⚬"/>
            </a:pPr>
            <a:r>
              <a:rPr lang="en-US" sz="399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ID –</a:t>
            </a:r>
          </a:p>
          <a:p>
            <a:pPr algn="l" marL="913744" indent="-304581" lvl="2">
              <a:lnSpc>
                <a:spcPts val="8345"/>
              </a:lnSpc>
              <a:buFont typeface="Arial"/>
              <a:buChar char="⚬"/>
            </a:pPr>
            <a:r>
              <a:rPr lang="en-US" sz="399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Title-</a:t>
            </a:r>
          </a:p>
          <a:p>
            <a:pPr algn="l" marL="913744" indent="-304581" lvl="2">
              <a:lnSpc>
                <a:spcPts val="8345"/>
              </a:lnSpc>
              <a:buFont typeface="Arial"/>
              <a:buChar char="⚬"/>
            </a:pPr>
            <a:r>
              <a:rPr lang="en-US" sz="399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Name-</a:t>
            </a:r>
          </a:p>
          <a:p>
            <a:pPr algn="l" marL="913744" indent="-304581" lvl="2">
              <a:lnSpc>
                <a:spcPts val="8345"/>
              </a:lnSpc>
              <a:buFont typeface="Arial"/>
              <a:buChar char="⚬"/>
            </a:pPr>
            <a:r>
              <a:rPr lang="en-US" sz="399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Leader Name- </a:t>
            </a:r>
          </a:p>
          <a:p>
            <a:pPr algn="l" marL="913744" indent="-304581" lvl="2">
              <a:lnSpc>
                <a:spcPts val="8345"/>
              </a:lnSpc>
              <a:buFont typeface="Arial"/>
              <a:buChar char="⚬"/>
            </a:pPr>
            <a:r>
              <a:rPr lang="en-US" sz="399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Members Names-</a:t>
            </a:r>
          </a:p>
        </p:txBody>
      </p:sp>
      <p:sp>
        <p:nvSpPr>
          <p:cNvPr name="AutoShape 15" id="15"/>
          <p:cNvSpPr/>
          <p:nvPr/>
        </p:nvSpPr>
        <p:spPr>
          <a:xfrm>
            <a:off x="-249185" y="10077367"/>
            <a:ext cx="18887060" cy="0"/>
          </a:xfrm>
          <a:prstGeom prst="line">
            <a:avLst/>
          </a:prstGeom>
          <a:ln cap="rnd" w="647700">
            <a:solidFill>
              <a:srgbClr val="379B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8229186" y="9696774"/>
            <a:ext cx="1829629" cy="592293"/>
            <a:chOff x="0" y="0"/>
            <a:chExt cx="2439505" cy="78972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39543" cy="789686"/>
            </a:xfrm>
            <a:custGeom>
              <a:avLst/>
              <a:gdLst/>
              <a:ahLst/>
              <a:cxnLst/>
              <a:rect r="r" b="b" t="t" l="l"/>
              <a:pathLst>
                <a:path h="789686" w="2439543">
                  <a:moveTo>
                    <a:pt x="0" y="0"/>
                  </a:moveTo>
                  <a:lnTo>
                    <a:pt x="2439543" y="0"/>
                  </a:lnTo>
                  <a:lnTo>
                    <a:pt x="2439543" y="789686"/>
                  </a:lnTo>
                  <a:lnTo>
                    <a:pt x="0" y="789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248" b="-4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238738" y="258108"/>
            <a:ext cx="3708353" cy="1193406"/>
            <a:chOff x="0" y="0"/>
            <a:chExt cx="4944471" cy="1591208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1778610" y="631711"/>
              <a:ext cx="780517" cy="702462"/>
              <a:chOff x="0" y="0"/>
              <a:chExt cx="780517" cy="702462"/>
            </a:xfrm>
          </p:grpSpPr>
          <p:sp>
            <p:nvSpPr>
              <p:cNvPr name="Freeform 20" id="20">
                <a:hlinkClick r:id="rId9" tooltip="https://canva.link/zc2tuqkq342gdsm"/>
              </p:cNvPr>
              <p:cNvSpPr/>
              <p:nvPr/>
            </p:nvSpPr>
            <p:spPr>
              <a:xfrm flipH="false" flipV="false" rot="0">
                <a:off x="0" y="0"/>
                <a:ext cx="780542" cy="702437"/>
              </a:xfrm>
              <a:custGeom>
                <a:avLst/>
                <a:gdLst/>
                <a:ahLst/>
                <a:cxnLst/>
                <a:rect r="r" b="b" t="t" l="l"/>
                <a:pathLst>
                  <a:path h="702437" w="780542">
                    <a:moveTo>
                      <a:pt x="0" y="0"/>
                    </a:moveTo>
                    <a:lnTo>
                      <a:pt x="780542" y="0"/>
                    </a:lnTo>
                    <a:lnTo>
                      <a:pt x="780542" y="702437"/>
                    </a:lnTo>
                    <a:lnTo>
                      <a:pt x="0" y="70243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l="0" t="0" r="3" b="-3"/>
                </a:stretch>
              </a:blip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2581961" y="730987"/>
              <a:ext cx="2362510" cy="661055"/>
              <a:chOff x="0" y="0"/>
              <a:chExt cx="2062290" cy="57705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062226" cy="577088"/>
              </a:xfrm>
              <a:custGeom>
                <a:avLst/>
                <a:gdLst/>
                <a:ahLst/>
                <a:cxnLst/>
                <a:rect r="r" b="b" t="t" l="l"/>
                <a:pathLst>
                  <a:path h="577088" w="2062226">
                    <a:moveTo>
                      <a:pt x="0" y="0"/>
                    </a:moveTo>
                    <a:lnTo>
                      <a:pt x="2062226" y="0"/>
                    </a:lnTo>
                    <a:lnTo>
                      <a:pt x="2062226" y="577088"/>
                    </a:lnTo>
                    <a:lnTo>
                      <a:pt x="0" y="57708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1"/>
                <a:stretch>
                  <a:fillRect l="0" t="-125" r="-3" b="-121"/>
                </a:stretch>
              </a:blip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0" y="0"/>
              <a:ext cx="1994510" cy="1591208"/>
              <a:chOff x="0" y="0"/>
              <a:chExt cx="1994510" cy="1591208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994535" cy="1591183"/>
              </a:xfrm>
              <a:custGeom>
                <a:avLst/>
                <a:gdLst/>
                <a:ahLst/>
                <a:cxnLst/>
                <a:rect r="r" b="b" t="t" l="l"/>
                <a:pathLst>
                  <a:path h="1591183" w="1994535">
                    <a:moveTo>
                      <a:pt x="0" y="0"/>
                    </a:moveTo>
                    <a:lnTo>
                      <a:pt x="1994535" y="0"/>
                    </a:lnTo>
                    <a:lnTo>
                      <a:pt x="1994535" y="1591183"/>
                    </a:lnTo>
                    <a:lnTo>
                      <a:pt x="0" y="15911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2"/>
                <a:stretch>
                  <a:fillRect l="0" t="-12672" r="1" b="-12674"/>
                </a:stretch>
              </a:blipFill>
            </p:spPr>
          </p:sp>
        </p:grpSp>
      </p:grpSp>
      <p:grpSp>
        <p:nvGrpSpPr>
          <p:cNvPr name="Group 25" id="25"/>
          <p:cNvGrpSpPr/>
          <p:nvPr/>
        </p:nvGrpSpPr>
        <p:grpSpPr>
          <a:xfrm rot="0">
            <a:off x="6035053" y="209645"/>
            <a:ext cx="3789807" cy="1314589"/>
            <a:chOff x="0" y="0"/>
            <a:chExt cx="5053077" cy="175278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053077" cy="1752786"/>
            </a:xfrm>
            <a:custGeom>
              <a:avLst/>
              <a:gdLst/>
              <a:ahLst/>
              <a:cxnLst/>
              <a:rect r="r" b="b" t="t" l="l"/>
              <a:pathLst>
                <a:path h="1752786" w="5053077">
                  <a:moveTo>
                    <a:pt x="0" y="0"/>
                  </a:moveTo>
                  <a:lnTo>
                    <a:pt x="5053077" y="0"/>
                  </a:lnTo>
                  <a:lnTo>
                    <a:pt x="5053077" y="1752786"/>
                  </a:lnTo>
                  <a:lnTo>
                    <a:pt x="0" y="1752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3728319" y="1236197"/>
              <a:ext cx="1020006" cy="5165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06"/>
                </a:lnSpc>
              </a:pPr>
              <a:r>
                <a:rPr lang="en-US" sz="2361">
                  <a:solidFill>
                    <a:srgbClr val="FF7828"/>
                  </a:solidFill>
                  <a:latin typeface="Saira Stencil One"/>
                  <a:ea typeface="Saira Stencil One"/>
                  <a:cs typeface="Saira Stencil One"/>
                  <a:sym typeface="Saira Stencil One"/>
                </a:rPr>
                <a:t>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06402" y="1903623"/>
            <a:ext cx="14302197" cy="479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16"/>
              </a:lnSpc>
            </a:pPr>
            <a:r>
              <a:rPr lang="en-US" b="true" sz="381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 (Describe your Idea/Solution/Prototype)</a:t>
            </a:r>
          </a:p>
          <a:p>
            <a:pPr algn="l" marL="872352" indent="-290784" lvl="2">
              <a:lnSpc>
                <a:spcPts val="8516"/>
              </a:lnSpc>
              <a:buFont typeface="Arial"/>
              <a:buChar char="⚬"/>
            </a:pPr>
            <a:r>
              <a:rPr lang="en-US" b="true" sz="381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Detailed explanation of the proposed solution</a:t>
            </a:r>
          </a:p>
          <a:p>
            <a:pPr algn="l" marL="872352" indent="-290784" lvl="2">
              <a:lnSpc>
                <a:spcPts val="8516"/>
              </a:lnSpc>
              <a:buFont typeface="Arial"/>
              <a:buChar char="⚬"/>
            </a:pPr>
            <a:r>
              <a:rPr lang="en-US" b="true" sz="381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How it addresses the problem</a:t>
            </a:r>
          </a:p>
          <a:p>
            <a:pPr algn="l" marL="872352" indent="-290784" lvl="2">
              <a:lnSpc>
                <a:spcPts val="8516"/>
              </a:lnSpc>
              <a:buFont typeface="Arial"/>
              <a:buChar char="⚬"/>
            </a:pPr>
            <a:r>
              <a:rPr lang="en-US" b="true" sz="381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Innovation and uniqueness of the solution </a:t>
            </a:r>
          </a:p>
          <a:p>
            <a:pPr algn="l" marL="320046" indent="-106682" lvl="2">
              <a:lnSpc>
                <a:spcPts val="3124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7669337" y="322631"/>
            <a:ext cx="2949326" cy="7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6"/>
              </a:lnSpc>
            </a:pPr>
            <a:r>
              <a:rPr lang="en-US" b="true" sz="372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IDEA TITLE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448558" y="9639300"/>
            <a:ext cx="19185107" cy="647700"/>
            <a:chOff x="0" y="0"/>
            <a:chExt cx="25580142" cy="863600"/>
          </a:xfrm>
        </p:grpSpPr>
        <p:sp>
          <p:nvSpPr>
            <p:cNvPr name="AutoShape 5" id="5"/>
            <p:cNvSpPr/>
            <p:nvPr/>
          </p:nvSpPr>
          <p:spPr>
            <a:xfrm>
              <a:off x="0" y="431800"/>
              <a:ext cx="25580142" cy="0"/>
            </a:xfrm>
            <a:prstGeom prst="line">
              <a:avLst/>
            </a:prstGeom>
            <a:ln cap="rnd" w="863600">
              <a:solidFill>
                <a:srgbClr val="379B9A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6" id="6"/>
            <p:cNvGrpSpPr/>
            <p:nvPr/>
          </p:nvGrpSpPr>
          <p:grpSpPr>
            <a:xfrm rot="0">
              <a:off x="11570325" y="49517"/>
              <a:ext cx="2439505" cy="789724"/>
              <a:chOff x="0" y="0"/>
              <a:chExt cx="2439505" cy="78972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439543" cy="789686"/>
              </a:xfrm>
              <a:custGeom>
                <a:avLst/>
                <a:gdLst/>
                <a:ahLst/>
                <a:cxnLst/>
                <a:rect r="r" b="b" t="t" l="l"/>
                <a:pathLst>
                  <a:path h="789686" w="2439543">
                    <a:moveTo>
                      <a:pt x="0" y="0"/>
                    </a:moveTo>
                    <a:lnTo>
                      <a:pt x="2439543" y="0"/>
                    </a:lnTo>
                    <a:lnTo>
                      <a:pt x="2439543" y="789686"/>
                    </a:lnTo>
                    <a:lnTo>
                      <a:pt x="0" y="789686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0" t="0" r="-248" b="-4"/>
                </a:stretch>
              </a:blipFill>
            </p:spPr>
          </p:sp>
        </p:grpSp>
      </p:grpSp>
      <p:grpSp>
        <p:nvGrpSpPr>
          <p:cNvPr name="Group 8" id="8"/>
          <p:cNvGrpSpPr/>
          <p:nvPr/>
        </p:nvGrpSpPr>
        <p:grpSpPr>
          <a:xfrm rot="0">
            <a:off x="15511797" y="109032"/>
            <a:ext cx="2651295" cy="919668"/>
            <a:chOff x="0" y="0"/>
            <a:chExt cx="3535060" cy="12262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35060" cy="1226224"/>
            </a:xfrm>
            <a:custGeom>
              <a:avLst/>
              <a:gdLst/>
              <a:ahLst/>
              <a:cxnLst/>
              <a:rect r="r" b="b" t="t" l="l"/>
              <a:pathLst>
                <a:path h="1226224" w="3535060">
                  <a:moveTo>
                    <a:pt x="0" y="0"/>
                  </a:moveTo>
                  <a:lnTo>
                    <a:pt x="3535060" y="0"/>
                  </a:lnTo>
                  <a:lnTo>
                    <a:pt x="3535060" y="1226224"/>
                  </a:lnTo>
                  <a:lnTo>
                    <a:pt x="0" y="1226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2608279" y="860043"/>
              <a:ext cx="713581" cy="366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3"/>
                </a:lnSpc>
              </a:pPr>
              <a:r>
                <a:rPr lang="en-US" sz="1652">
                  <a:solidFill>
                    <a:srgbClr val="FF7828"/>
                  </a:solidFill>
                  <a:latin typeface="Saira Stencil One"/>
                  <a:ea typeface="Saira Stencil One"/>
                  <a:cs typeface="Saira Stencil One"/>
                  <a:sym typeface="Saira Stencil One"/>
                </a:rPr>
                <a:t>2026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99320" y="-44279"/>
            <a:ext cx="3511729" cy="1130129"/>
            <a:chOff x="0" y="0"/>
            <a:chExt cx="4682305" cy="1506839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684304" y="598216"/>
              <a:ext cx="739132" cy="665216"/>
              <a:chOff x="0" y="0"/>
              <a:chExt cx="780517" cy="702462"/>
            </a:xfrm>
          </p:grpSpPr>
          <p:sp>
            <p:nvSpPr>
              <p:cNvPr name="Freeform 13" id="13">
                <a:hlinkClick r:id="rId5" tooltip="https://canva.link/zc2tuqkq342gdsm"/>
              </p:cNvPr>
              <p:cNvSpPr/>
              <p:nvPr/>
            </p:nvSpPr>
            <p:spPr>
              <a:xfrm flipH="false" flipV="false" rot="0">
                <a:off x="0" y="0"/>
                <a:ext cx="780542" cy="702437"/>
              </a:xfrm>
              <a:custGeom>
                <a:avLst/>
                <a:gdLst/>
                <a:ahLst/>
                <a:cxnLst/>
                <a:rect r="r" b="b" t="t" l="l"/>
                <a:pathLst>
                  <a:path h="702437" w="780542">
                    <a:moveTo>
                      <a:pt x="0" y="0"/>
                    </a:moveTo>
                    <a:lnTo>
                      <a:pt x="780542" y="0"/>
                    </a:lnTo>
                    <a:lnTo>
                      <a:pt x="780542" y="702437"/>
                    </a:lnTo>
                    <a:lnTo>
                      <a:pt x="0" y="70243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0" t="0" r="3" b="-3"/>
                </a:stretch>
              </a:blipFill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2445060" y="692228"/>
              <a:ext cx="2237245" cy="626004"/>
              <a:chOff x="0" y="0"/>
              <a:chExt cx="2062290" cy="57705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062226" cy="577088"/>
              </a:xfrm>
              <a:custGeom>
                <a:avLst/>
                <a:gdLst/>
                <a:ahLst/>
                <a:cxnLst/>
                <a:rect r="r" b="b" t="t" l="l"/>
                <a:pathLst>
                  <a:path h="577088" w="2062226">
                    <a:moveTo>
                      <a:pt x="0" y="0"/>
                    </a:moveTo>
                    <a:lnTo>
                      <a:pt x="2062226" y="0"/>
                    </a:lnTo>
                    <a:lnTo>
                      <a:pt x="2062226" y="577088"/>
                    </a:lnTo>
                    <a:lnTo>
                      <a:pt x="0" y="57708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0" t="-125" r="-3" b="-121"/>
                </a:stretch>
              </a:blip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0"/>
              <a:ext cx="1888757" cy="1506839"/>
              <a:chOff x="0" y="0"/>
              <a:chExt cx="1994510" cy="159120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994535" cy="1591183"/>
              </a:xfrm>
              <a:custGeom>
                <a:avLst/>
                <a:gdLst/>
                <a:ahLst/>
                <a:cxnLst/>
                <a:rect r="r" b="b" t="t" l="l"/>
                <a:pathLst>
                  <a:path h="1591183" w="1994535">
                    <a:moveTo>
                      <a:pt x="0" y="0"/>
                    </a:moveTo>
                    <a:lnTo>
                      <a:pt x="1994535" y="0"/>
                    </a:lnTo>
                    <a:lnTo>
                      <a:pt x="1994535" y="1591183"/>
                    </a:lnTo>
                    <a:lnTo>
                      <a:pt x="0" y="15911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0" t="-12672" r="1" b="-12674"/>
                </a:stretch>
              </a:blipFill>
            </p:spPr>
          </p: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13417" y="2429683"/>
            <a:ext cx="14398381" cy="256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6408" indent="-258803" lvl="2">
              <a:lnSpc>
                <a:spcPts val="5705"/>
              </a:lnSpc>
              <a:buFont typeface="Arial"/>
              <a:buChar char="⚬"/>
            </a:pPr>
            <a:r>
              <a:rPr lang="en-US" b="true" sz="339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Technologies to be used (e.g. programming languages, frameworks, hardware)</a:t>
            </a:r>
          </a:p>
          <a:p>
            <a:pPr algn="l" marL="776408" indent="-258803" lvl="2">
              <a:lnSpc>
                <a:spcPts val="5705"/>
              </a:lnSpc>
              <a:buFont typeface="Arial"/>
              <a:buChar char="⚬"/>
            </a:pPr>
            <a:r>
              <a:rPr lang="en-US" b="true" sz="339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Methodology and process for implementation (Flow Charts/Images/ working prototype)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334557" y="487770"/>
            <a:ext cx="5618886" cy="64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3"/>
              </a:lnSpc>
            </a:pPr>
            <a:r>
              <a:rPr lang="en-US" sz="372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TECHNICAL APPROACH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448558" y="9639300"/>
            <a:ext cx="19185107" cy="658006"/>
            <a:chOff x="0" y="0"/>
            <a:chExt cx="25580142" cy="877341"/>
          </a:xfrm>
        </p:grpSpPr>
        <p:sp>
          <p:nvSpPr>
            <p:cNvPr name="AutoShape 5" id="5"/>
            <p:cNvSpPr/>
            <p:nvPr/>
          </p:nvSpPr>
          <p:spPr>
            <a:xfrm>
              <a:off x="0" y="431800"/>
              <a:ext cx="25580142" cy="0"/>
            </a:xfrm>
            <a:prstGeom prst="line">
              <a:avLst/>
            </a:prstGeom>
            <a:ln cap="rnd" w="863600">
              <a:solidFill>
                <a:srgbClr val="379B9A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6" id="6"/>
            <p:cNvGrpSpPr/>
            <p:nvPr/>
          </p:nvGrpSpPr>
          <p:grpSpPr>
            <a:xfrm rot="0">
              <a:off x="11570325" y="87617"/>
              <a:ext cx="2439505" cy="789724"/>
              <a:chOff x="0" y="0"/>
              <a:chExt cx="2439505" cy="78972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439543" cy="789686"/>
              </a:xfrm>
              <a:custGeom>
                <a:avLst/>
                <a:gdLst/>
                <a:ahLst/>
                <a:cxnLst/>
                <a:rect r="r" b="b" t="t" l="l"/>
                <a:pathLst>
                  <a:path h="789686" w="2439543">
                    <a:moveTo>
                      <a:pt x="0" y="0"/>
                    </a:moveTo>
                    <a:lnTo>
                      <a:pt x="2439543" y="0"/>
                    </a:lnTo>
                    <a:lnTo>
                      <a:pt x="2439543" y="789686"/>
                    </a:lnTo>
                    <a:lnTo>
                      <a:pt x="0" y="789686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0" t="0" r="-248" b="-4"/>
                </a:stretch>
              </a:blipFill>
            </p:spPr>
          </p:sp>
        </p:grpSp>
      </p:grpSp>
      <p:grpSp>
        <p:nvGrpSpPr>
          <p:cNvPr name="Group 8" id="8"/>
          <p:cNvGrpSpPr/>
          <p:nvPr/>
        </p:nvGrpSpPr>
        <p:grpSpPr>
          <a:xfrm rot="0">
            <a:off x="15511797" y="109032"/>
            <a:ext cx="2651295" cy="919668"/>
            <a:chOff x="0" y="0"/>
            <a:chExt cx="3535060" cy="12262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35060" cy="1226224"/>
            </a:xfrm>
            <a:custGeom>
              <a:avLst/>
              <a:gdLst/>
              <a:ahLst/>
              <a:cxnLst/>
              <a:rect r="r" b="b" t="t" l="l"/>
              <a:pathLst>
                <a:path h="1226224" w="3535060">
                  <a:moveTo>
                    <a:pt x="0" y="0"/>
                  </a:moveTo>
                  <a:lnTo>
                    <a:pt x="3535060" y="0"/>
                  </a:lnTo>
                  <a:lnTo>
                    <a:pt x="3535060" y="1226224"/>
                  </a:lnTo>
                  <a:lnTo>
                    <a:pt x="0" y="1226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2608279" y="860043"/>
              <a:ext cx="713581" cy="366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3"/>
                </a:lnSpc>
              </a:pPr>
              <a:r>
                <a:rPr lang="en-US" sz="1652">
                  <a:solidFill>
                    <a:srgbClr val="FF7828"/>
                  </a:solidFill>
                  <a:latin typeface="Saira Stencil One"/>
                  <a:ea typeface="Saira Stencil One"/>
                  <a:cs typeface="Saira Stencil One"/>
                  <a:sym typeface="Saira Stencil One"/>
                </a:rPr>
                <a:t>2026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99320" y="-43824"/>
            <a:ext cx="3511729" cy="1130129"/>
            <a:chOff x="0" y="0"/>
            <a:chExt cx="4682305" cy="1506839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684304" y="598216"/>
              <a:ext cx="739132" cy="665216"/>
              <a:chOff x="0" y="0"/>
              <a:chExt cx="780517" cy="702462"/>
            </a:xfrm>
          </p:grpSpPr>
          <p:sp>
            <p:nvSpPr>
              <p:cNvPr name="Freeform 13" id="13">
                <a:hlinkClick r:id="rId5" tooltip="https://canva.link/zc2tuqkq342gdsm"/>
              </p:cNvPr>
              <p:cNvSpPr/>
              <p:nvPr/>
            </p:nvSpPr>
            <p:spPr>
              <a:xfrm flipH="false" flipV="false" rot="0">
                <a:off x="0" y="0"/>
                <a:ext cx="780542" cy="702437"/>
              </a:xfrm>
              <a:custGeom>
                <a:avLst/>
                <a:gdLst/>
                <a:ahLst/>
                <a:cxnLst/>
                <a:rect r="r" b="b" t="t" l="l"/>
                <a:pathLst>
                  <a:path h="702437" w="780542">
                    <a:moveTo>
                      <a:pt x="0" y="0"/>
                    </a:moveTo>
                    <a:lnTo>
                      <a:pt x="780542" y="0"/>
                    </a:lnTo>
                    <a:lnTo>
                      <a:pt x="780542" y="702437"/>
                    </a:lnTo>
                    <a:lnTo>
                      <a:pt x="0" y="70243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0" t="0" r="3" b="-3"/>
                </a:stretch>
              </a:blipFill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2445060" y="692228"/>
              <a:ext cx="2237245" cy="626004"/>
              <a:chOff x="0" y="0"/>
              <a:chExt cx="2062290" cy="57705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062226" cy="577088"/>
              </a:xfrm>
              <a:custGeom>
                <a:avLst/>
                <a:gdLst/>
                <a:ahLst/>
                <a:cxnLst/>
                <a:rect r="r" b="b" t="t" l="l"/>
                <a:pathLst>
                  <a:path h="577088" w="2062226">
                    <a:moveTo>
                      <a:pt x="0" y="0"/>
                    </a:moveTo>
                    <a:lnTo>
                      <a:pt x="2062226" y="0"/>
                    </a:lnTo>
                    <a:lnTo>
                      <a:pt x="2062226" y="577088"/>
                    </a:lnTo>
                    <a:lnTo>
                      <a:pt x="0" y="57708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0" t="-125" r="-3" b="-121"/>
                </a:stretch>
              </a:blip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0"/>
              <a:ext cx="1888757" cy="1506839"/>
              <a:chOff x="0" y="0"/>
              <a:chExt cx="1994510" cy="159120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994535" cy="1591183"/>
              </a:xfrm>
              <a:custGeom>
                <a:avLst/>
                <a:gdLst/>
                <a:ahLst/>
                <a:cxnLst/>
                <a:rect r="r" b="b" t="t" l="l"/>
                <a:pathLst>
                  <a:path h="1591183" w="1994535">
                    <a:moveTo>
                      <a:pt x="0" y="0"/>
                    </a:moveTo>
                    <a:lnTo>
                      <a:pt x="1994535" y="0"/>
                    </a:lnTo>
                    <a:lnTo>
                      <a:pt x="1994535" y="1591183"/>
                    </a:lnTo>
                    <a:lnTo>
                      <a:pt x="0" y="15911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0" t="-12672" r="1" b="-12674"/>
                </a:stretch>
              </a:blipFill>
            </p:spPr>
          </p:sp>
        </p:grp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6544" y="2673490"/>
            <a:ext cx="13022285" cy="2206600"/>
            <a:chOff x="0" y="0"/>
            <a:chExt cx="17363046" cy="2942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363060" cy="2942082"/>
            </a:xfrm>
            <a:custGeom>
              <a:avLst/>
              <a:gdLst/>
              <a:ahLst/>
              <a:cxnLst/>
              <a:rect r="r" b="b" t="t" l="l"/>
              <a:pathLst>
                <a:path h="2942082" w="17363060">
                  <a:moveTo>
                    <a:pt x="0" y="0"/>
                  </a:moveTo>
                  <a:lnTo>
                    <a:pt x="17363060" y="0"/>
                  </a:lnTo>
                  <a:lnTo>
                    <a:pt x="17363060" y="2942082"/>
                  </a:lnTo>
                  <a:lnTo>
                    <a:pt x="0" y="29420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844892" y="265481"/>
            <a:ext cx="6598216" cy="7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6"/>
              </a:lnSpc>
            </a:pPr>
            <a:r>
              <a:rPr lang="en-US" b="true" sz="372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FEASIBILITY AND VIABILITY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448558" y="9639300"/>
            <a:ext cx="19185107" cy="658006"/>
            <a:chOff x="0" y="0"/>
            <a:chExt cx="25580142" cy="877341"/>
          </a:xfrm>
        </p:grpSpPr>
        <p:sp>
          <p:nvSpPr>
            <p:cNvPr name="AutoShape 6" id="6"/>
            <p:cNvSpPr/>
            <p:nvPr/>
          </p:nvSpPr>
          <p:spPr>
            <a:xfrm>
              <a:off x="0" y="431800"/>
              <a:ext cx="25580142" cy="0"/>
            </a:xfrm>
            <a:prstGeom prst="line">
              <a:avLst/>
            </a:prstGeom>
            <a:ln cap="rnd" w="863600">
              <a:solidFill>
                <a:srgbClr val="379B9A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7" id="7"/>
            <p:cNvGrpSpPr/>
            <p:nvPr/>
          </p:nvGrpSpPr>
          <p:grpSpPr>
            <a:xfrm rot="0">
              <a:off x="11570325" y="87617"/>
              <a:ext cx="2439505" cy="789724"/>
              <a:chOff x="0" y="0"/>
              <a:chExt cx="2439505" cy="78972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439543" cy="789686"/>
              </a:xfrm>
              <a:custGeom>
                <a:avLst/>
                <a:gdLst/>
                <a:ahLst/>
                <a:cxnLst/>
                <a:rect r="r" b="b" t="t" l="l"/>
                <a:pathLst>
                  <a:path h="789686" w="2439543">
                    <a:moveTo>
                      <a:pt x="0" y="0"/>
                    </a:moveTo>
                    <a:lnTo>
                      <a:pt x="2439543" y="0"/>
                    </a:lnTo>
                    <a:lnTo>
                      <a:pt x="2439543" y="789686"/>
                    </a:lnTo>
                    <a:lnTo>
                      <a:pt x="0" y="789686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0" r="-248" b="-4"/>
                </a:stretch>
              </a:blipFill>
            </p:spPr>
          </p:sp>
        </p:grpSp>
      </p:grpSp>
      <p:grpSp>
        <p:nvGrpSpPr>
          <p:cNvPr name="Group 9" id="9"/>
          <p:cNvGrpSpPr/>
          <p:nvPr/>
        </p:nvGrpSpPr>
        <p:grpSpPr>
          <a:xfrm rot="0">
            <a:off x="15511797" y="109032"/>
            <a:ext cx="2651295" cy="919668"/>
            <a:chOff x="0" y="0"/>
            <a:chExt cx="3535060" cy="12262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535060" cy="1226224"/>
            </a:xfrm>
            <a:custGeom>
              <a:avLst/>
              <a:gdLst/>
              <a:ahLst/>
              <a:cxnLst/>
              <a:rect r="r" b="b" t="t" l="l"/>
              <a:pathLst>
                <a:path h="1226224" w="3535060">
                  <a:moveTo>
                    <a:pt x="0" y="0"/>
                  </a:moveTo>
                  <a:lnTo>
                    <a:pt x="3535060" y="0"/>
                  </a:lnTo>
                  <a:lnTo>
                    <a:pt x="3535060" y="1226224"/>
                  </a:lnTo>
                  <a:lnTo>
                    <a:pt x="0" y="1226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2608279" y="860043"/>
              <a:ext cx="713581" cy="366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3"/>
                </a:lnSpc>
              </a:pPr>
              <a:r>
                <a:rPr lang="en-US" sz="1652">
                  <a:solidFill>
                    <a:srgbClr val="FF7828"/>
                  </a:solidFill>
                  <a:latin typeface="Saira Stencil One"/>
                  <a:ea typeface="Saira Stencil One"/>
                  <a:cs typeface="Saira Stencil One"/>
                  <a:sym typeface="Saira Stencil One"/>
                </a:rPr>
                <a:t>2026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99320" y="3801"/>
            <a:ext cx="3511729" cy="1130129"/>
            <a:chOff x="0" y="0"/>
            <a:chExt cx="4682305" cy="1506839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1684304" y="598216"/>
              <a:ext cx="739132" cy="665216"/>
              <a:chOff x="0" y="0"/>
              <a:chExt cx="780517" cy="702462"/>
            </a:xfrm>
          </p:grpSpPr>
          <p:sp>
            <p:nvSpPr>
              <p:cNvPr name="Freeform 14" id="14">
                <a:hlinkClick r:id="rId6" tooltip="https://canva.link/zc2tuqkq342gdsm"/>
              </p:cNvPr>
              <p:cNvSpPr/>
              <p:nvPr/>
            </p:nvSpPr>
            <p:spPr>
              <a:xfrm flipH="false" flipV="false" rot="0">
                <a:off x="0" y="0"/>
                <a:ext cx="780542" cy="702437"/>
              </a:xfrm>
              <a:custGeom>
                <a:avLst/>
                <a:gdLst/>
                <a:ahLst/>
                <a:cxnLst/>
                <a:rect r="r" b="b" t="t" l="l"/>
                <a:pathLst>
                  <a:path h="702437" w="780542">
                    <a:moveTo>
                      <a:pt x="0" y="0"/>
                    </a:moveTo>
                    <a:lnTo>
                      <a:pt x="780542" y="0"/>
                    </a:lnTo>
                    <a:lnTo>
                      <a:pt x="780542" y="702437"/>
                    </a:lnTo>
                    <a:lnTo>
                      <a:pt x="0" y="70243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0" t="0" r="3" b="-3"/>
                </a:stretch>
              </a:blip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2445060" y="692228"/>
              <a:ext cx="2237245" cy="626004"/>
              <a:chOff x="0" y="0"/>
              <a:chExt cx="2062290" cy="57705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062226" cy="577088"/>
              </a:xfrm>
              <a:custGeom>
                <a:avLst/>
                <a:gdLst/>
                <a:ahLst/>
                <a:cxnLst/>
                <a:rect r="r" b="b" t="t" l="l"/>
                <a:pathLst>
                  <a:path h="577088" w="2062226">
                    <a:moveTo>
                      <a:pt x="0" y="0"/>
                    </a:moveTo>
                    <a:lnTo>
                      <a:pt x="2062226" y="0"/>
                    </a:lnTo>
                    <a:lnTo>
                      <a:pt x="2062226" y="577088"/>
                    </a:lnTo>
                    <a:lnTo>
                      <a:pt x="0" y="57708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0" t="-125" r="-3" b="-121"/>
                </a:stretch>
              </a:blipFill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0"/>
              <a:ext cx="1888757" cy="1506839"/>
              <a:chOff x="0" y="0"/>
              <a:chExt cx="1994510" cy="1591208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994535" cy="1591183"/>
              </a:xfrm>
              <a:custGeom>
                <a:avLst/>
                <a:gdLst/>
                <a:ahLst/>
                <a:cxnLst/>
                <a:rect r="r" b="b" t="t" l="l"/>
                <a:pathLst>
                  <a:path h="1591183" w="1994535">
                    <a:moveTo>
                      <a:pt x="0" y="0"/>
                    </a:moveTo>
                    <a:lnTo>
                      <a:pt x="1994535" y="0"/>
                    </a:lnTo>
                    <a:lnTo>
                      <a:pt x="1994535" y="1591183"/>
                    </a:lnTo>
                    <a:lnTo>
                      <a:pt x="0" y="15911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0" t="-12672" r="1" b="-12674"/>
                </a:stretch>
              </a:blipFill>
            </p:spPr>
          </p:sp>
        </p:grp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4594" y="4399845"/>
            <a:ext cx="13022285" cy="2206600"/>
            <a:chOff x="0" y="0"/>
            <a:chExt cx="17363046" cy="2942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363060" cy="2942082"/>
            </a:xfrm>
            <a:custGeom>
              <a:avLst/>
              <a:gdLst/>
              <a:ahLst/>
              <a:cxnLst/>
              <a:rect r="r" b="b" t="t" l="l"/>
              <a:pathLst>
                <a:path h="2942082" w="17363060">
                  <a:moveTo>
                    <a:pt x="0" y="0"/>
                  </a:moveTo>
                  <a:lnTo>
                    <a:pt x="17363060" y="0"/>
                  </a:lnTo>
                  <a:lnTo>
                    <a:pt x="17363060" y="2942082"/>
                  </a:lnTo>
                  <a:lnTo>
                    <a:pt x="0" y="29420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320429" y="363931"/>
            <a:ext cx="5647132" cy="1129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6"/>
              </a:lnSpc>
            </a:pPr>
            <a:r>
              <a:rPr lang="en-US" b="true" sz="372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IMPACT AND BENEFITS</a:t>
            </a:r>
          </a:p>
          <a:p>
            <a:pPr algn="ctr">
              <a:lnSpc>
                <a:spcPts val="2352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-448558" y="9639300"/>
            <a:ext cx="19185107" cy="658006"/>
            <a:chOff x="0" y="0"/>
            <a:chExt cx="25580142" cy="877341"/>
          </a:xfrm>
        </p:grpSpPr>
        <p:sp>
          <p:nvSpPr>
            <p:cNvPr name="AutoShape 6" id="6"/>
            <p:cNvSpPr/>
            <p:nvPr/>
          </p:nvSpPr>
          <p:spPr>
            <a:xfrm>
              <a:off x="0" y="431800"/>
              <a:ext cx="25580142" cy="0"/>
            </a:xfrm>
            <a:prstGeom prst="line">
              <a:avLst/>
            </a:prstGeom>
            <a:ln cap="rnd" w="863600">
              <a:solidFill>
                <a:srgbClr val="379B9A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7" id="7"/>
            <p:cNvGrpSpPr/>
            <p:nvPr/>
          </p:nvGrpSpPr>
          <p:grpSpPr>
            <a:xfrm rot="0">
              <a:off x="11570325" y="87617"/>
              <a:ext cx="2439505" cy="789724"/>
              <a:chOff x="0" y="0"/>
              <a:chExt cx="2439505" cy="78972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439543" cy="789686"/>
              </a:xfrm>
              <a:custGeom>
                <a:avLst/>
                <a:gdLst/>
                <a:ahLst/>
                <a:cxnLst/>
                <a:rect r="r" b="b" t="t" l="l"/>
                <a:pathLst>
                  <a:path h="789686" w="2439543">
                    <a:moveTo>
                      <a:pt x="0" y="0"/>
                    </a:moveTo>
                    <a:lnTo>
                      <a:pt x="2439543" y="0"/>
                    </a:lnTo>
                    <a:lnTo>
                      <a:pt x="2439543" y="789686"/>
                    </a:lnTo>
                    <a:lnTo>
                      <a:pt x="0" y="789686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0" r="-248" b="-4"/>
                </a:stretch>
              </a:blipFill>
            </p:spPr>
          </p:sp>
        </p:grpSp>
      </p:grpSp>
      <p:grpSp>
        <p:nvGrpSpPr>
          <p:cNvPr name="Group 9" id="9"/>
          <p:cNvGrpSpPr/>
          <p:nvPr/>
        </p:nvGrpSpPr>
        <p:grpSpPr>
          <a:xfrm rot="0">
            <a:off x="15511797" y="109032"/>
            <a:ext cx="2651295" cy="919668"/>
            <a:chOff x="0" y="0"/>
            <a:chExt cx="3535060" cy="12262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535060" cy="1226224"/>
            </a:xfrm>
            <a:custGeom>
              <a:avLst/>
              <a:gdLst/>
              <a:ahLst/>
              <a:cxnLst/>
              <a:rect r="r" b="b" t="t" l="l"/>
              <a:pathLst>
                <a:path h="1226224" w="3535060">
                  <a:moveTo>
                    <a:pt x="0" y="0"/>
                  </a:moveTo>
                  <a:lnTo>
                    <a:pt x="3535060" y="0"/>
                  </a:lnTo>
                  <a:lnTo>
                    <a:pt x="3535060" y="1226224"/>
                  </a:lnTo>
                  <a:lnTo>
                    <a:pt x="0" y="1226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2608279" y="860043"/>
              <a:ext cx="713581" cy="366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3"/>
                </a:lnSpc>
              </a:pPr>
              <a:r>
                <a:rPr lang="en-US" sz="1652">
                  <a:solidFill>
                    <a:srgbClr val="FF7828"/>
                  </a:solidFill>
                  <a:latin typeface="Saira Stencil One"/>
                  <a:ea typeface="Saira Stencil One"/>
                  <a:cs typeface="Saira Stencil One"/>
                  <a:sym typeface="Saira Stencil One"/>
                </a:rPr>
                <a:t>2026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99320" y="3801"/>
            <a:ext cx="3511729" cy="1130129"/>
            <a:chOff x="0" y="0"/>
            <a:chExt cx="4682305" cy="1506839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1684304" y="598216"/>
              <a:ext cx="739132" cy="665216"/>
              <a:chOff x="0" y="0"/>
              <a:chExt cx="780517" cy="702462"/>
            </a:xfrm>
          </p:grpSpPr>
          <p:sp>
            <p:nvSpPr>
              <p:cNvPr name="Freeform 14" id="14">
                <a:hlinkClick r:id="rId6" tooltip="https://canva.link/zc2tuqkq342gdsm"/>
              </p:cNvPr>
              <p:cNvSpPr/>
              <p:nvPr/>
            </p:nvSpPr>
            <p:spPr>
              <a:xfrm flipH="false" flipV="false" rot="0">
                <a:off x="0" y="0"/>
                <a:ext cx="780542" cy="702437"/>
              </a:xfrm>
              <a:custGeom>
                <a:avLst/>
                <a:gdLst/>
                <a:ahLst/>
                <a:cxnLst/>
                <a:rect r="r" b="b" t="t" l="l"/>
                <a:pathLst>
                  <a:path h="702437" w="780542">
                    <a:moveTo>
                      <a:pt x="0" y="0"/>
                    </a:moveTo>
                    <a:lnTo>
                      <a:pt x="780542" y="0"/>
                    </a:lnTo>
                    <a:lnTo>
                      <a:pt x="780542" y="702437"/>
                    </a:lnTo>
                    <a:lnTo>
                      <a:pt x="0" y="70243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0" t="0" r="3" b="-3"/>
                </a:stretch>
              </a:blip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2445060" y="692228"/>
              <a:ext cx="2237245" cy="626004"/>
              <a:chOff x="0" y="0"/>
              <a:chExt cx="2062290" cy="57705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062226" cy="577088"/>
              </a:xfrm>
              <a:custGeom>
                <a:avLst/>
                <a:gdLst/>
                <a:ahLst/>
                <a:cxnLst/>
                <a:rect r="r" b="b" t="t" l="l"/>
                <a:pathLst>
                  <a:path h="577088" w="2062226">
                    <a:moveTo>
                      <a:pt x="0" y="0"/>
                    </a:moveTo>
                    <a:lnTo>
                      <a:pt x="2062226" y="0"/>
                    </a:lnTo>
                    <a:lnTo>
                      <a:pt x="2062226" y="577088"/>
                    </a:lnTo>
                    <a:lnTo>
                      <a:pt x="0" y="57708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0" t="-125" r="-3" b="-121"/>
                </a:stretch>
              </a:blipFill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0"/>
              <a:ext cx="1888757" cy="1506839"/>
              <a:chOff x="0" y="0"/>
              <a:chExt cx="1994510" cy="1591208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994535" cy="1591183"/>
              </a:xfrm>
              <a:custGeom>
                <a:avLst/>
                <a:gdLst/>
                <a:ahLst/>
                <a:cxnLst/>
                <a:rect r="r" b="b" t="t" l="l"/>
                <a:pathLst>
                  <a:path h="1591183" w="1994535">
                    <a:moveTo>
                      <a:pt x="0" y="0"/>
                    </a:moveTo>
                    <a:lnTo>
                      <a:pt x="1994535" y="0"/>
                    </a:lnTo>
                    <a:lnTo>
                      <a:pt x="1994535" y="1591183"/>
                    </a:lnTo>
                    <a:lnTo>
                      <a:pt x="0" y="15911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0" t="-12672" r="1" b="-12674"/>
                </a:stretch>
              </a:blipFill>
            </p:spPr>
          </p:sp>
        </p:grp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325579"/>
            <a:ext cx="13022285" cy="1036434"/>
            <a:chOff x="0" y="0"/>
            <a:chExt cx="17363046" cy="1381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363060" cy="1381887"/>
            </a:xfrm>
            <a:custGeom>
              <a:avLst/>
              <a:gdLst/>
              <a:ahLst/>
              <a:cxnLst/>
              <a:rect r="r" b="b" t="t" l="l"/>
              <a:pathLst>
                <a:path h="1381887" w="17363060">
                  <a:moveTo>
                    <a:pt x="0" y="0"/>
                  </a:moveTo>
                  <a:lnTo>
                    <a:pt x="17363060" y="0"/>
                  </a:lnTo>
                  <a:lnTo>
                    <a:pt x="17363060" y="1381887"/>
                  </a:lnTo>
                  <a:lnTo>
                    <a:pt x="0" y="1381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734221" y="520475"/>
            <a:ext cx="7533761" cy="1129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6"/>
              </a:lnSpc>
            </a:pPr>
            <a:r>
              <a:rPr lang="en-US" b="true" sz="372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RESEARCH AND REFERENCES</a:t>
            </a:r>
          </a:p>
          <a:p>
            <a:pPr algn="ctr">
              <a:lnSpc>
                <a:spcPts val="2352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-448558" y="9639300"/>
            <a:ext cx="19185107" cy="658006"/>
            <a:chOff x="0" y="0"/>
            <a:chExt cx="25580142" cy="877341"/>
          </a:xfrm>
        </p:grpSpPr>
        <p:sp>
          <p:nvSpPr>
            <p:cNvPr name="AutoShape 6" id="6"/>
            <p:cNvSpPr/>
            <p:nvPr/>
          </p:nvSpPr>
          <p:spPr>
            <a:xfrm>
              <a:off x="0" y="431800"/>
              <a:ext cx="25580142" cy="0"/>
            </a:xfrm>
            <a:prstGeom prst="line">
              <a:avLst/>
            </a:prstGeom>
            <a:ln cap="rnd" w="863600">
              <a:solidFill>
                <a:srgbClr val="379B9A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7" id="7"/>
            <p:cNvGrpSpPr/>
            <p:nvPr/>
          </p:nvGrpSpPr>
          <p:grpSpPr>
            <a:xfrm rot="0">
              <a:off x="11570325" y="87617"/>
              <a:ext cx="2439505" cy="789724"/>
              <a:chOff x="0" y="0"/>
              <a:chExt cx="2439505" cy="78972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439543" cy="789686"/>
              </a:xfrm>
              <a:custGeom>
                <a:avLst/>
                <a:gdLst/>
                <a:ahLst/>
                <a:cxnLst/>
                <a:rect r="r" b="b" t="t" l="l"/>
                <a:pathLst>
                  <a:path h="789686" w="2439543">
                    <a:moveTo>
                      <a:pt x="0" y="0"/>
                    </a:moveTo>
                    <a:lnTo>
                      <a:pt x="2439543" y="0"/>
                    </a:lnTo>
                    <a:lnTo>
                      <a:pt x="2439543" y="789686"/>
                    </a:lnTo>
                    <a:lnTo>
                      <a:pt x="0" y="789686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0" r="-248" b="-4"/>
                </a:stretch>
              </a:blipFill>
            </p:spPr>
          </p:sp>
        </p:grpSp>
      </p:grpSp>
      <p:grpSp>
        <p:nvGrpSpPr>
          <p:cNvPr name="Group 9" id="9"/>
          <p:cNvGrpSpPr/>
          <p:nvPr/>
        </p:nvGrpSpPr>
        <p:grpSpPr>
          <a:xfrm rot="0">
            <a:off x="15511797" y="109032"/>
            <a:ext cx="2651295" cy="919668"/>
            <a:chOff x="0" y="0"/>
            <a:chExt cx="3535060" cy="12262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535060" cy="1226224"/>
            </a:xfrm>
            <a:custGeom>
              <a:avLst/>
              <a:gdLst/>
              <a:ahLst/>
              <a:cxnLst/>
              <a:rect r="r" b="b" t="t" l="l"/>
              <a:pathLst>
                <a:path h="1226224" w="3535060">
                  <a:moveTo>
                    <a:pt x="0" y="0"/>
                  </a:moveTo>
                  <a:lnTo>
                    <a:pt x="3535060" y="0"/>
                  </a:lnTo>
                  <a:lnTo>
                    <a:pt x="3535060" y="1226224"/>
                  </a:lnTo>
                  <a:lnTo>
                    <a:pt x="0" y="1226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2608279" y="860043"/>
              <a:ext cx="713581" cy="366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3"/>
                </a:lnSpc>
              </a:pPr>
              <a:r>
                <a:rPr lang="en-US" sz="1652">
                  <a:solidFill>
                    <a:srgbClr val="FF7828"/>
                  </a:solidFill>
                  <a:latin typeface="Saira Stencil One"/>
                  <a:ea typeface="Saira Stencil One"/>
                  <a:cs typeface="Saira Stencil One"/>
                  <a:sym typeface="Saira Stencil One"/>
                </a:rPr>
                <a:t>2026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99320" y="3801"/>
            <a:ext cx="3511729" cy="1130129"/>
            <a:chOff x="0" y="0"/>
            <a:chExt cx="4682305" cy="1506839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1684304" y="598216"/>
              <a:ext cx="739132" cy="665216"/>
              <a:chOff x="0" y="0"/>
              <a:chExt cx="780517" cy="702462"/>
            </a:xfrm>
          </p:grpSpPr>
          <p:sp>
            <p:nvSpPr>
              <p:cNvPr name="Freeform 14" id="14">
                <a:hlinkClick r:id="rId6" tooltip="https://canva.link/zc2tuqkq342gdsm"/>
              </p:cNvPr>
              <p:cNvSpPr/>
              <p:nvPr/>
            </p:nvSpPr>
            <p:spPr>
              <a:xfrm flipH="false" flipV="false" rot="0">
                <a:off x="0" y="0"/>
                <a:ext cx="780542" cy="702437"/>
              </a:xfrm>
              <a:custGeom>
                <a:avLst/>
                <a:gdLst/>
                <a:ahLst/>
                <a:cxnLst/>
                <a:rect r="r" b="b" t="t" l="l"/>
                <a:pathLst>
                  <a:path h="702437" w="780542">
                    <a:moveTo>
                      <a:pt x="0" y="0"/>
                    </a:moveTo>
                    <a:lnTo>
                      <a:pt x="780542" y="0"/>
                    </a:lnTo>
                    <a:lnTo>
                      <a:pt x="780542" y="702437"/>
                    </a:lnTo>
                    <a:lnTo>
                      <a:pt x="0" y="70243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0" t="0" r="3" b="-3"/>
                </a:stretch>
              </a:blip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2445060" y="692228"/>
              <a:ext cx="2237245" cy="626004"/>
              <a:chOff x="0" y="0"/>
              <a:chExt cx="2062290" cy="57705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062226" cy="577088"/>
              </a:xfrm>
              <a:custGeom>
                <a:avLst/>
                <a:gdLst/>
                <a:ahLst/>
                <a:cxnLst/>
                <a:rect r="r" b="b" t="t" l="l"/>
                <a:pathLst>
                  <a:path h="577088" w="2062226">
                    <a:moveTo>
                      <a:pt x="0" y="0"/>
                    </a:moveTo>
                    <a:lnTo>
                      <a:pt x="2062226" y="0"/>
                    </a:lnTo>
                    <a:lnTo>
                      <a:pt x="2062226" y="577088"/>
                    </a:lnTo>
                    <a:lnTo>
                      <a:pt x="0" y="57708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0" t="-125" r="-3" b="-121"/>
                </a:stretch>
              </a:blipFill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0"/>
              <a:ext cx="1888757" cy="1506839"/>
              <a:chOff x="0" y="0"/>
              <a:chExt cx="1994510" cy="1591208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994535" cy="1591183"/>
              </a:xfrm>
              <a:custGeom>
                <a:avLst/>
                <a:gdLst/>
                <a:ahLst/>
                <a:cxnLst/>
                <a:rect r="r" b="b" t="t" l="l"/>
                <a:pathLst>
                  <a:path h="1591183" w="1994535">
                    <a:moveTo>
                      <a:pt x="0" y="0"/>
                    </a:moveTo>
                    <a:lnTo>
                      <a:pt x="1994535" y="0"/>
                    </a:lnTo>
                    <a:lnTo>
                      <a:pt x="1994535" y="1591183"/>
                    </a:lnTo>
                    <a:lnTo>
                      <a:pt x="0" y="15911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0" t="-12672" r="1" b="-12674"/>
                </a:stretch>
              </a:blipFill>
            </p:spPr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DAHXfSunYsk</dc:identifier>
  <dcterms:modified xsi:type="dcterms:W3CDTF">2011-08-01T06:04:30Z</dcterms:modified>
  <cp:revision>1</cp:revision>
  <dc:title>Copy of Fusion participants PPT.pptx</dc:title>
</cp:coreProperties>
</file>